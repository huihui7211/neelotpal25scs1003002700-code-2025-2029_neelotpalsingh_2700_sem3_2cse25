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Flask web app that classifies uploaded images with MobileNetV2 (pretrained on ImageNet), using OpenCV for preprocessing.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goal: upload an image, get the top predictions with confidence scores. No training step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main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 work together: frontend, backend, computer vision and deep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one image through the system from upload to JSON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OpenCV prepares each image in five steps before it reaches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MobileNetV2 is pretrained, so no training is required. The pipeline on the right runs for every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/predict endpoint returns JSON. The values shown here are only an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mock-up of the web page: upload zone, buttons and the results area. The label and score are an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failure returns a clear JSON message with the right HTTP status code instead of crashing.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virtual environment, install requirements, run app.py and open localhost:5000. The first run needs internet to download the model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can use your own trained model, and should be run with gunicorn and debug off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777240"/>
            <a:ext cx="3200400" cy="2743200"/>
          </a:xfrm>
          <a:prstGeom prst="roundRect">
            <a:avLst>
              <a:gd name="adj" fmla="val 5000"/>
            </a:avLst>
          </a:prstGeom>
          <a:solidFill>
            <a:srgbClr val="15325E"/>
          </a:solidFill>
          <a:ln w="12700">
            <a:solidFill>
              <a:srgbClr val="1532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960120"/>
            <a:ext cx="457200" cy="0"/>
          </a:xfrm>
          <a:prstGeom prst="line">
            <a:avLst/>
          </a:prstGeom>
          <a:noFill/>
          <a:ln w="508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0" y="960120"/>
            <a:ext cx="0" cy="457200"/>
          </a:xfrm>
          <a:prstGeom prst="line">
            <a:avLst/>
          </a:prstGeom>
          <a:noFill/>
          <a:ln w="508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960120"/>
            <a:ext cx="457200" cy="0"/>
          </a:xfrm>
          <a:prstGeom prst="line">
            <a:avLst/>
          </a:prstGeom>
          <a:noFill/>
          <a:ln w="508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960120"/>
            <a:ext cx="0" cy="457200"/>
          </a:xfrm>
          <a:prstGeom prst="line">
            <a:avLst/>
          </a:prstGeom>
          <a:noFill/>
          <a:ln w="508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3337560"/>
            <a:ext cx="457200" cy="0"/>
          </a:xfrm>
          <a:prstGeom prst="line">
            <a:avLst/>
          </a:prstGeom>
          <a:noFill/>
          <a:ln w="508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2880360"/>
            <a:ext cx="0" cy="457200"/>
          </a:xfrm>
          <a:prstGeom prst="line">
            <a:avLst/>
          </a:prstGeom>
          <a:noFill/>
          <a:ln w="508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3337560"/>
            <a:ext cx="457200" cy="0"/>
          </a:xfrm>
          <a:prstGeom prst="line">
            <a:avLst/>
          </a:prstGeom>
          <a:noFill/>
          <a:ln w="508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880360"/>
            <a:ext cx="0" cy="457200"/>
          </a:xfrm>
          <a:prstGeom prst="line">
            <a:avLst/>
          </a:prstGeom>
          <a:noFill/>
          <a:ln w="508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280160"/>
            <a:ext cx="1280160" cy="12801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00200"/>
            <a:ext cx="640080" cy="6400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943600" y="2724912"/>
            <a:ext cx="2103120" cy="128016"/>
          </a:xfrm>
          <a:prstGeom prst="roundRect">
            <a:avLst>
              <a:gd name="adj" fmla="val 50000"/>
            </a:avLst>
          </a:prstGeom>
          <a:solidFill>
            <a:srgbClr val="22D3EE">
              <a:alpha val="6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94960" y="3794760"/>
            <a:ext cx="3200400" cy="1371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94960" y="3794760"/>
            <a:ext cx="2304288" cy="1371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94960" y="4041648"/>
            <a:ext cx="3200400" cy="1371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94960" y="4041648"/>
            <a:ext cx="704088" cy="13716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94960" y="4288536"/>
            <a:ext cx="3200400" cy="1371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94960" y="4288536"/>
            <a:ext cx="288036" cy="1371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66760" y="36576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83480" y="457200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132588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Image Recognition System</a:t>
            </a:r>
            <a:endParaRPr lang="en-US" sz="36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1089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images with deep learning using MobileNetV2, TensorFlow and OpenCV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48640" y="402336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0233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508760" y="402336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508760" y="402336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377440" y="402336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377440" y="4023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566160" y="402336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66160" y="4023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532638"/>
            <a:ext cx="297180" cy="2971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1325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16916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 web application that classifies uploaded images with a pretrained deep learning model. Users drag and drop a photo and get the top predictions with confidence scores.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429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decodes and prepares the image, then MobileNetV2 (trained on ImageNet) identifies what is in it. No training step is needed, so it works out of the box.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577840" y="137160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715000" y="137160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7040880" y="13716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object, animal and scene categories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577840" y="251460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5715000" y="251460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7040880" y="25146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returned with confidence scores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577840" y="365760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5715000" y="365760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MB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7040880" y="36576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upload size per image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532638"/>
            <a:ext cx="297180" cy="2971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13716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1680210"/>
            <a:ext cx="251460" cy="2514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upload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upload or drop an image onto the page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3291840" y="13716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474720" y="1554480"/>
            <a:ext cx="502920" cy="5029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1680210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114800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preprocessing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347472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Decodes, colour-converts and resizes every image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126480" y="13716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090" y="1680210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49440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630936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pretrained on 1000 ImageNet classes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457200" y="31546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3463290"/>
            <a:ext cx="251460" cy="25146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280160" y="3337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predictions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4008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with an animated progress bar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3291840" y="31546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3474720" y="3337560"/>
            <a:ext cx="502920" cy="5029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0450" y="3463290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114800" y="3337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 handling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347472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Invalid, oversized or corrupted files get clear messages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6126480" y="31546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309360" y="3337560"/>
            <a:ext cx="502920" cy="502920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5090" y="3463290"/>
            <a:ext cx="251460" cy="25146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949440" y="3337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500" dirty="0"/>
          </a:p>
        </p:txBody>
      </p:sp>
      <p:sp>
        <p:nvSpPr>
          <p:cNvPr id="36" name="Text 26"/>
          <p:cNvSpPr txBox="1"/>
          <p:nvPr/>
        </p:nvSpPr>
        <p:spPr>
          <a:xfrm>
            <a:off x="630936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both desktop and mobile screens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532638"/>
            <a:ext cx="297180" cy="2971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1371600"/>
            <a:ext cx="1920240" cy="3246120"/>
          </a:xfrm>
          <a:prstGeom prst="roundRect">
            <a:avLst>
              <a:gd name="adj" fmla="val 5714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773936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008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27614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3291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page, image preview and fetch() calls to /predict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2560320" y="1371600"/>
            <a:ext cx="1920240" cy="3246120"/>
          </a:xfrm>
          <a:prstGeom prst="roundRect">
            <a:avLst>
              <a:gd name="adj" fmla="val 5714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274320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936" y="177393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74320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2743200" y="27614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2743200" y="3291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page, validates uploads and exposes the /predict endpoint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663440" y="1371600"/>
            <a:ext cx="1920240" cy="3246120"/>
          </a:xfrm>
          <a:prstGeom prst="roundRect">
            <a:avLst>
              <a:gd name="adj" fmla="val 5714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84632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1773936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84632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4846320" y="27614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4846320" y="3291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bytes, converts colour and resizes to 224 × 224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766560" y="1371600"/>
            <a:ext cx="1920240" cy="3246120"/>
          </a:xfrm>
          <a:prstGeom prst="roundRect">
            <a:avLst>
              <a:gd name="adj" fmla="val 5714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949440" y="1600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1773936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94944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6949440" y="27614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E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· Keras</a:t>
            </a:r>
            <a:endParaRPr lang="en-US" sz="1250" dirty="0"/>
          </a:p>
        </p:txBody>
      </p:sp>
      <p:sp>
        <p:nvSpPr>
          <p:cNvPr id="30" name="Text 22"/>
          <p:cNvSpPr txBox="1"/>
          <p:nvPr/>
        </p:nvSpPr>
        <p:spPr>
          <a:xfrm>
            <a:off x="6949440" y="3291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with ImageNet weights predicts the top 3 classes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532638"/>
            <a:ext cx="297180" cy="2971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137160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996696" y="149047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1586484"/>
            <a:ext cx="192024" cy="1920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5720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script.js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1947672" y="2057400"/>
            <a:ext cx="173736" cy="0"/>
          </a:xfrm>
          <a:prstGeom prst="line">
            <a:avLst/>
          </a:prstGeom>
          <a:noFill/>
          <a:ln w="31750">
            <a:solidFill>
              <a:srgbClr val="0B1D3A"/>
            </a:solidFill>
            <a:prstDash val="solid"/>
            <a:tailEnd type="triangle"/>
          </a:ln>
        </p:spPr>
      </p:sp>
      <p:sp>
        <p:nvSpPr>
          <p:cNvPr id="13" name="Shape 8"/>
          <p:cNvSpPr/>
          <p:nvPr/>
        </p:nvSpPr>
        <p:spPr>
          <a:xfrm>
            <a:off x="2148840" y="137160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2688336" y="149047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348" y="1586484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14884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2148840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639312" y="2057400"/>
            <a:ext cx="173736" cy="0"/>
          </a:xfrm>
          <a:prstGeom prst="line">
            <a:avLst/>
          </a:prstGeom>
          <a:noFill/>
          <a:ln w="31750">
            <a:solidFill>
              <a:srgbClr val="0B1D3A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3840480" y="137160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379976" y="149047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988" y="1586484"/>
            <a:ext cx="192024" cy="1920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84048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3840480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and resize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330952" y="2057400"/>
            <a:ext cx="173736" cy="0"/>
          </a:xfrm>
          <a:prstGeom prst="line">
            <a:avLst/>
          </a:prstGeom>
          <a:noFill/>
          <a:ln w="31750">
            <a:solidFill>
              <a:srgbClr val="0B1D3A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5532120" y="137160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071616" y="149047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628" y="1586484"/>
            <a:ext cx="192024" cy="19202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53212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5532120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7022592" y="2057400"/>
            <a:ext cx="173736" cy="0"/>
          </a:xfrm>
          <a:prstGeom prst="line">
            <a:avLst/>
          </a:prstGeom>
          <a:noFill/>
          <a:ln w="31750">
            <a:solidFill>
              <a:srgbClr val="0B1D3A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7223760" y="137160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7763256" y="149047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9268" y="1586484"/>
            <a:ext cx="192024" cy="19202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22376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result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7223760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labels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457200" y="3108960"/>
            <a:ext cx="262432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3387852"/>
            <a:ext cx="228600" cy="2286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234440" y="32735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loads once</a:t>
            </a:r>
            <a:endParaRPr lang="en-US" sz="1450" dirty="0"/>
          </a:p>
        </p:txBody>
      </p:sp>
      <p:sp>
        <p:nvSpPr>
          <p:cNvPr id="40" name="Text 30"/>
          <p:cNvSpPr txBox="1"/>
          <p:nvPr/>
        </p:nvSpPr>
        <p:spPr>
          <a:xfrm>
            <a:off x="64008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is loaded at startup, not on every request, so predictions stay fast.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3259836" y="3108960"/>
            <a:ext cx="262432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3442716" y="3273552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7016" y="3387852"/>
            <a:ext cx="228600" cy="2286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4037076" y="32735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upload</a:t>
            </a:r>
            <a:endParaRPr lang="en-US" sz="1450" dirty="0"/>
          </a:p>
        </p:txBody>
      </p:sp>
      <p:sp>
        <p:nvSpPr>
          <p:cNvPr id="45" name="Text 34"/>
          <p:cNvSpPr txBox="1"/>
          <p:nvPr/>
        </p:nvSpPr>
        <p:spPr>
          <a:xfrm>
            <a:off x="3442716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travels to /predict as multipart/form-data from the browser.</a:t>
            </a:r>
            <a:endParaRPr lang="en-US" sz="1200" dirty="0"/>
          </a:p>
        </p:txBody>
      </p:sp>
      <p:sp>
        <p:nvSpPr>
          <p:cNvPr id="46" name="Shape 35"/>
          <p:cNvSpPr/>
          <p:nvPr/>
        </p:nvSpPr>
        <p:spPr>
          <a:xfrm>
            <a:off x="6062472" y="3108960"/>
            <a:ext cx="262432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47" name="Shape 36"/>
          <p:cNvSpPr/>
          <p:nvPr/>
        </p:nvSpPr>
        <p:spPr>
          <a:xfrm>
            <a:off x="6245352" y="3273552"/>
            <a:ext cx="457200" cy="45720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9652" y="3387852"/>
            <a:ext cx="228600" cy="228600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6839712" y="32735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with timestamp</a:t>
            </a:r>
            <a:endParaRPr lang="en-US" sz="1450" dirty="0"/>
          </a:p>
        </p:txBody>
      </p:sp>
      <p:sp>
        <p:nvSpPr>
          <p:cNvPr id="50" name="Text 38"/>
          <p:cNvSpPr txBox="1"/>
          <p:nvPr/>
        </p:nvSpPr>
        <p:spPr>
          <a:xfrm>
            <a:off x="6245352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are stored in the uploads/ folder as timestamp_filename.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532638"/>
            <a:ext cx="297180" cy="2971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Preprocessing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1371600"/>
            <a:ext cx="420624" cy="42062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67512" y="1792224"/>
            <a:ext cx="0" cy="237744"/>
          </a:xfrm>
          <a:prstGeom prst="line">
            <a:avLst/>
          </a:prstGeom>
          <a:noFill/>
          <a:ln w="25400">
            <a:solidFill>
              <a:srgbClr val="A5B4F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97280" y="1353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097280" y="16093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cv2.imdecode turns raw bytes into an image array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029968"/>
            <a:ext cx="420624" cy="42062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67512" y="2450592"/>
            <a:ext cx="0" cy="237744"/>
          </a:xfrm>
          <a:prstGeom prst="line">
            <a:avLst/>
          </a:prstGeom>
          <a:noFill/>
          <a:ln w="25400">
            <a:solidFill>
              <a:srgbClr val="A5B4F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9728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2267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unreadable or tiny (&lt; 10 px) images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2688336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720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67512" y="3108960"/>
            <a:ext cx="0" cy="237744"/>
          </a:xfrm>
          <a:prstGeom prst="line">
            <a:avLst/>
          </a:prstGeom>
          <a:noFill/>
          <a:ln w="25400">
            <a:solidFill>
              <a:srgbClr val="A5B4F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7280" y="2670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colour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1097280" y="2926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→ RGB, the order the model expects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" y="3346704"/>
            <a:ext cx="420624" cy="42062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67512" y="3767328"/>
            <a:ext cx="0" cy="237744"/>
          </a:xfrm>
          <a:prstGeom prst="line">
            <a:avLst/>
          </a:prstGeom>
          <a:noFill/>
          <a:ln w="25400">
            <a:solidFill>
              <a:srgbClr val="A5B4F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97280" y="3328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45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35844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pixels using INTER_AREA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57200" y="4005072"/>
            <a:ext cx="420624" cy="42062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720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097280" y="3986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scale</a:t>
            </a:r>
            <a:endParaRPr lang="en-US" sz="1450" dirty="0"/>
          </a:p>
        </p:txBody>
      </p:sp>
      <p:sp>
        <p:nvSpPr>
          <p:cNvPr id="30" name="Text 26"/>
          <p:cNvSpPr txBox="1"/>
          <p:nvPr/>
        </p:nvSpPr>
        <p:spPr>
          <a:xfrm>
            <a:off x="1097280" y="4242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batch dimension, apply preprocess_input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846320" y="1325880"/>
            <a:ext cx="3840480" cy="3337560"/>
          </a:xfrm>
          <a:prstGeom prst="roundRect">
            <a:avLst>
              <a:gd name="adj" fmla="val 328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507492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from app.py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5074920" y="19202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decode the raw bytes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np.frombuffer(data, np.uint8)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cv2.imdecode(arr, cv2.IMREAD_COLOR)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BGR -&gt; RGB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cv2.cvtColor(img, cv2.COLOR_BGR2RGB)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resize for the model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cv2.resize(img, (224, 224),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interpolation=cv2.INTER_AREA)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5074920" y="406908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074920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batch of shape (1, 224, 224, 3)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532638"/>
            <a:ext cx="297180" cy="2971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Deep Learning Model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1325880"/>
            <a:ext cx="4206240" cy="3337560"/>
          </a:xfrm>
          <a:prstGeom prst="roundRect">
            <a:avLst>
              <a:gd name="adj" fmla="val 3288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7145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1554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MobileNetV2</a:t>
            </a:r>
            <a:endParaRPr lang="en-US" sz="2600" dirty="0"/>
          </a:p>
        </p:txBody>
      </p:sp>
      <p:sp>
        <p:nvSpPr>
          <p:cNvPr id="11" name="Text 6"/>
          <p:cNvSpPr txBox="1"/>
          <p:nvPr/>
        </p:nvSpPr>
        <p:spPr>
          <a:xfrm>
            <a:off x="731520" y="2468880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ImageNet: 1000 object, animal and scene categories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 of 224 × 224 pixels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about 14 MB, downloaded once on first run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once at startup, not for each request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937760" y="1325880"/>
            <a:ext cx="3749040" cy="621792"/>
          </a:xfrm>
          <a:prstGeom prst="roundRect">
            <a:avLst>
              <a:gd name="adj" fmla="val 1764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5120640" y="138988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preprocess_input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120640" y="16550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pixel values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12280" y="1965960"/>
            <a:ext cx="0" cy="182880"/>
          </a:xfrm>
          <a:prstGeom prst="line">
            <a:avLst/>
          </a:prstGeom>
          <a:noFill/>
          <a:ln w="31750">
            <a:solidFill>
              <a:srgbClr val="0B1D3A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4937760" y="2167128"/>
            <a:ext cx="3749040" cy="621792"/>
          </a:xfrm>
          <a:prstGeom prst="roundRect">
            <a:avLst>
              <a:gd name="adj" fmla="val 17647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5120640" y="223113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120640" y="24963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probability vector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12280" y="2807208"/>
            <a:ext cx="0" cy="182880"/>
          </a:xfrm>
          <a:prstGeom prst="line">
            <a:avLst/>
          </a:prstGeom>
          <a:noFill/>
          <a:ln w="31750">
            <a:solidFill>
              <a:srgbClr val="0B1D3A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4937760" y="3008376"/>
            <a:ext cx="3749040" cy="621792"/>
          </a:xfrm>
          <a:prstGeom prst="roundRect">
            <a:avLst>
              <a:gd name="adj" fmla="val 17647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5120640" y="307238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decode_predictions(top=3)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120640" y="33375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with scores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812280" y="3648456"/>
            <a:ext cx="0" cy="182880"/>
          </a:xfrm>
          <a:prstGeom prst="line">
            <a:avLst/>
          </a:prstGeom>
          <a:noFill/>
          <a:ln w="31750">
            <a:solidFill>
              <a:srgbClr val="0B1D3A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4937760" y="3849624"/>
            <a:ext cx="3749040" cy="621792"/>
          </a:xfrm>
          <a:prstGeom prst="roundRect">
            <a:avLst>
              <a:gd name="adj" fmla="val 17647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5120640" y="391363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humanize_label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120640" y="41788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"golden_retriever" → "Golden Retriever"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532638"/>
            <a:ext cx="297180" cy="2971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Output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1325880"/>
            <a:ext cx="4572000" cy="3337560"/>
          </a:xfrm>
          <a:prstGeom prst="roundRect">
            <a:avLst>
              <a:gd name="adj" fmla="val 328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85800" y="15087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response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196596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"success": true,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"top_prediction": {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"label": "Golden Retriever",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"raw_label": "golden_retriever",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 92.41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"predictions": [ ...top 3 ],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"image_size": "1280x720"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303520" y="1325880"/>
            <a:ext cx="3383280" cy="960120"/>
          </a:xfrm>
          <a:prstGeom prst="roundRect">
            <a:avLst>
              <a:gd name="adj" fmla="val 114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486400" y="1463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1801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score × 100, rounded to 2 decimals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303520" y="2514600"/>
            <a:ext cx="3383280" cy="960120"/>
          </a:xfrm>
          <a:prstGeom prst="roundRect">
            <a:avLst>
              <a:gd name="adj" fmla="val 11429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5486400" y="2651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0" y="29900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results, best guess first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303520" y="3703320"/>
            <a:ext cx="3383280" cy="960120"/>
          </a:xfrm>
          <a:prstGeom prst="roundRect">
            <a:avLst>
              <a:gd name="adj" fmla="val 1142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5486400" y="3840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image_size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0" y="4178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width × height of the upload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532638"/>
            <a:ext cx="297180" cy="2971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280160"/>
            <a:ext cx="3749040" cy="3429000"/>
          </a:xfrm>
          <a:prstGeom prst="roundRect">
            <a:avLst>
              <a:gd name="adj" fmla="val 4000"/>
            </a:avLst>
          </a:prstGeom>
          <a:solidFill>
            <a:srgbClr val="E8EAFB"/>
          </a:solidFill>
          <a:ln w="12700">
            <a:solidFill>
              <a:srgbClr val="E8EAF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54864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Recognition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1645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image and let a deep learning model tell you what's in it.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31520" y="2084832"/>
            <a:ext cx="3383280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14400" y="2212848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F5F6FF"/>
          </a:solidFill>
          <a:ln w="19050">
            <a:solidFill>
              <a:srgbClr val="A5B4FC"/>
            </a:solidFill>
            <a:prstDash val="dash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5856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4400" y="25603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upload</a:t>
            </a:r>
            <a:pPr algn="ctr" indent="0" marL="0">
              <a:buNone/>
            </a:pPr>
            <a:r>
              <a:rPr lang="en-US" sz="10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drag &amp; drop an image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2788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PNG, JPG, JPEG, BMP or WEBP, up to 8 MB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914400" y="320040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14400" y="32004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Image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560320" y="320040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560320" y="32004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Another Image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914400" y="3611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Results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3840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Retriever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200400" y="38404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4400" y="4114800"/>
            <a:ext cx="3017520" cy="10972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4400" y="4114800"/>
            <a:ext cx="2788920" cy="1097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0" y="1280160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36592" y="139446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322" y="1520190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394960" y="13624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or click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5394960" y="16459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image either way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72000" y="2148840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736592" y="2263140"/>
            <a:ext cx="502920" cy="5029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322" y="2388870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394960" y="22311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preview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5394960" y="25146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image before classifying it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4572000" y="3017520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736592" y="3131820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322" y="3257550"/>
            <a:ext cx="251460" cy="25146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5394960" y="30998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spinner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5394960" y="33832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"Analyzing image..." while predicting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4572000" y="3886200"/>
            <a:ext cx="4114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736592" y="4000500"/>
            <a:ext cx="502920" cy="5029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2322" y="4126230"/>
            <a:ext cx="251460" cy="25146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5394960" y="39684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results</a:t>
            </a:r>
            <a:endParaRPr lang="en-US" sz="1450" dirty="0"/>
          </a:p>
        </p:txBody>
      </p:sp>
      <p:sp>
        <p:nvSpPr>
          <p:cNvPr id="43" name="Text 34"/>
          <p:cNvSpPr txBox="1"/>
          <p:nvPr/>
        </p:nvSpPr>
        <p:spPr>
          <a:xfrm>
            <a:off x="5394960" y="42519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bar plus two other guesses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532638"/>
            <a:ext cx="297180" cy="2971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137160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94360" y="1508760"/>
            <a:ext cx="73152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" y="1508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13716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sent or none selected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37160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00600" y="1508760"/>
            <a:ext cx="73152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800600" y="1508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0" y="13716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type (only png, jpg, jpeg, bmp, webp)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219456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" y="2331720"/>
            <a:ext cx="73152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4360" y="2331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463040" y="21945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file is empty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663440" y="219456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00600" y="2331720"/>
            <a:ext cx="73152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800600" y="2331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669280" y="21945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image or dimensions too small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57200" y="301752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94360" y="3154680"/>
            <a:ext cx="731520" cy="41148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94360" y="3154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463040" y="3017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larger than the 8 MB limit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663440" y="301752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800600" y="3154680"/>
            <a:ext cx="7315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00600" y="3154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5669280" y="3017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failed to predict for this image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384048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94360" y="3977640"/>
            <a:ext cx="7315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94360" y="3977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1463040" y="3840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server error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4663440" y="384048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800600" y="3977640"/>
            <a:ext cx="731520" cy="411480"/>
          </a:xfrm>
          <a:prstGeom prst="roundRect">
            <a:avLst>
              <a:gd name="adj" fmla="val 2222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800600" y="3977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5669280" y="3840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not found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532638"/>
            <a:ext cx="297180" cy="2971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1325880"/>
            <a:ext cx="5120640" cy="3337560"/>
          </a:xfrm>
          <a:prstGeom prst="roundRect">
            <a:avLst>
              <a:gd name="adj" fmla="val 328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0080" y="1490472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22960" y="1490472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1490472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178308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 virtual environment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venv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venv\Scripts\activate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Windows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venv/bin/activate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macOS/Linux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open http://localhost:5000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85800" y="4114800"/>
            <a:ext cx="466344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downloads ~14 MB of model weights (internet needed once)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852160" y="1325880"/>
            <a:ext cx="2834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03504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035040" y="178308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3.0.3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2.16.1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opencv-python-headless 4.10.0.84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1.26.4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3.0.3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10.4.0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852160" y="3611880"/>
            <a:ext cx="2834640" cy="1051560"/>
          </a:xfrm>
          <a:prstGeom prst="roundRect">
            <a:avLst>
              <a:gd name="adj" fmla="val 1043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6035040" y="3721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your browser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03504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localhost:5000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94360" cy="5943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532638"/>
            <a:ext cx="297180" cy="2971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Customisation &amp; Deployment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1325880"/>
            <a:ext cx="3977640" cy="3337560"/>
          </a:xfrm>
          <a:prstGeom prst="roundRect">
            <a:avLst>
              <a:gd name="adj" fmla="val 3288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2306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your own model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685800" y="2295144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85800" y="2295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097280" y="2194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save your model as model.h5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85800" y="2898648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85800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97280" y="27980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MobileNetV2 with tf.keras.models.load_model(...)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85800" y="3502152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8580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097280" y="34015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output indices to your own class names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" y="4105656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097280" y="40050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IMG_SIZE and preprocessing to match training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709160" y="1325880"/>
            <a:ext cx="3977640" cy="3337560"/>
          </a:xfrm>
          <a:prstGeom prst="roundRect">
            <a:avLst>
              <a:gd name="adj" fmla="val 3288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937760" y="1508760"/>
            <a:ext cx="457200" cy="457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62306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53212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to production</a:t>
            </a:r>
            <a:endParaRPr lang="en-US" sz="1900" dirty="0"/>
          </a:p>
        </p:txBody>
      </p:sp>
      <p:sp>
        <p:nvSpPr>
          <p:cNvPr id="27" name="Shape 21"/>
          <p:cNvSpPr/>
          <p:nvPr/>
        </p:nvSpPr>
        <p:spPr>
          <a:xfrm>
            <a:off x="4983480" y="2368296"/>
            <a:ext cx="146304" cy="14630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349240" y="2194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debug=False in app.py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983480" y="2971800"/>
            <a:ext cx="146304" cy="14630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349240" y="27980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with gunicorn app:app, not the Flask dev server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983480" y="3575304"/>
            <a:ext cx="146304" cy="14630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349240" y="34015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upload limit with MAX_CONTENT_LENGTH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4983480" y="4178808"/>
            <a:ext cx="146304" cy="146304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349240" y="40050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formats: PNG, JPG, JPEG, BMP, WEBP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463040" cy="1463040"/>
          </a:xfrm>
          <a:prstGeom prst="ellipse">
            <a:avLst/>
          </a:prstGeom>
          <a:solidFill>
            <a:srgbClr val="4F46E5">
              <a:alpha val="70000"/>
            </a:srgbClr>
          </a:solidFill>
          <a:ln w="12700">
            <a:solidFill>
              <a:srgbClr val="4F46E5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137160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108960"/>
            <a:ext cx="1737360" cy="1737360"/>
          </a:xfrm>
          <a:prstGeom prst="ellipse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4297680"/>
            <a:ext cx="457200" cy="4572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640080"/>
            <a:ext cx="822960" cy="822960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00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Neelotpal Singh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Image Recognition System</dc:title>
  <dc:subject>PptxGenJS Presentation</dc:subject>
  <dc:creator>Neelotpal Singh</dc:creator>
  <cp:lastModifiedBy>Neelotpal Singh</cp:lastModifiedBy>
  <cp:revision>1</cp:revision>
  <dcterms:created xsi:type="dcterms:W3CDTF">2026-09-20T13:43:16Z</dcterms:created>
  <dcterms:modified xsi:type="dcterms:W3CDTF">2026-09-20T13:43:16Z</dcterms:modified>
</cp:coreProperties>
</file>